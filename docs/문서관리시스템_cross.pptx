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69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152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437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2971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197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22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601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786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5235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148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112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F8E7A-08FE-44C9-9579-D50D769B34CC}" type="datetimeFigureOut">
              <a:rPr lang="ko-KR" altLang="en-US" smtClean="0"/>
              <a:t>2026-04-02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336D-C3A6-4DE3-93F5-E65D65D1958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209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212DFC9-8C4E-428A-8EBD-89A67B2D6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824" y="1471174"/>
            <a:ext cx="6131858" cy="422740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25C32B6-F44A-40DE-BD72-96E15FAC3EB7}"/>
              </a:ext>
            </a:extLst>
          </p:cNvPr>
          <p:cNvCxnSpPr/>
          <p:nvPr/>
        </p:nvCxnSpPr>
        <p:spPr>
          <a:xfrm>
            <a:off x="1465729" y="2183044"/>
            <a:ext cx="712695" cy="33617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3B246F0-0CA7-4000-8C7D-0E124B4BCFB3}"/>
              </a:ext>
            </a:extLst>
          </p:cNvPr>
          <p:cNvCxnSpPr>
            <a:cxnSpLocks/>
          </p:cNvCxnSpPr>
          <p:nvPr/>
        </p:nvCxnSpPr>
        <p:spPr>
          <a:xfrm>
            <a:off x="1465728" y="1574360"/>
            <a:ext cx="1908079" cy="939012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34A95FB-FAE0-47E3-99A3-1909EFDCABF5}"/>
              </a:ext>
            </a:extLst>
          </p:cNvPr>
          <p:cNvCxnSpPr>
            <a:cxnSpLocks/>
          </p:cNvCxnSpPr>
          <p:nvPr/>
        </p:nvCxnSpPr>
        <p:spPr>
          <a:xfrm>
            <a:off x="1465728" y="2448470"/>
            <a:ext cx="712695" cy="33617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4F4294C-1985-4DAE-AB87-0FCF5004817E}"/>
              </a:ext>
            </a:extLst>
          </p:cNvPr>
          <p:cNvCxnSpPr>
            <a:cxnSpLocks/>
          </p:cNvCxnSpPr>
          <p:nvPr/>
        </p:nvCxnSpPr>
        <p:spPr>
          <a:xfrm flipH="1">
            <a:off x="7956176" y="1796148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BDBEC4C-EE21-424D-9CFC-853B1AD92C14}"/>
              </a:ext>
            </a:extLst>
          </p:cNvPr>
          <p:cNvCxnSpPr>
            <a:cxnSpLocks/>
          </p:cNvCxnSpPr>
          <p:nvPr/>
        </p:nvCxnSpPr>
        <p:spPr>
          <a:xfrm flipH="1">
            <a:off x="7956176" y="2351132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9A2A99A-1A25-4162-9FD5-96378123AB13}"/>
              </a:ext>
            </a:extLst>
          </p:cNvPr>
          <p:cNvCxnSpPr>
            <a:cxnSpLocks/>
          </p:cNvCxnSpPr>
          <p:nvPr/>
        </p:nvCxnSpPr>
        <p:spPr>
          <a:xfrm flipH="1">
            <a:off x="7956472" y="3877782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475B62F-5DAE-4CC7-8A74-C758B9DACAAC}"/>
              </a:ext>
            </a:extLst>
          </p:cNvPr>
          <p:cNvCxnSpPr>
            <a:cxnSpLocks/>
          </p:cNvCxnSpPr>
          <p:nvPr/>
        </p:nvCxnSpPr>
        <p:spPr>
          <a:xfrm flipH="1">
            <a:off x="7956175" y="4781485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7F31888-9E04-4872-ACB9-46A415905128}"/>
              </a:ext>
            </a:extLst>
          </p:cNvPr>
          <p:cNvCxnSpPr>
            <a:cxnSpLocks/>
          </p:cNvCxnSpPr>
          <p:nvPr/>
        </p:nvCxnSpPr>
        <p:spPr>
          <a:xfrm flipH="1">
            <a:off x="7956175" y="4992312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CF4B75F-D3C7-4C8E-904D-9A246C0891AC}"/>
              </a:ext>
            </a:extLst>
          </p:cNvPr>
          <p:cNvCxnSpPr>
            <a:cxnSpLocks/>
          </p:cNvCxnSpPr>
          <p:nvPr/>
        </p:nvCxnSpPr>
        <p:spPr>
          <a:xfrm flipH="1">
            <a:off x="7987419" y="5174491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709D48F-CF06-42E7-B9AB-8F0EDF45F849}"/>
              </a:ext>
            </a:extLst>
          </p:cNvPr>
          <p:cNvCxnSpPr>
            <a:cxnSpLocks/>
          </p:cNvCxnSpPr>
          <p:nvPr/>
        </p:nvCxnSpPr>
        <p:spPr>
          <a:xfrm flipH="1">
            <a:off x="5984252" y="1007140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257D756-6B3A-46FF-AA34-A6B50C41E238}"/>
              </a:ext>
            </a:extLst>
          </p:cNvPr>
          <p:cNvCxnSpPr>
            <a:cxnSpLocks/>
          </p:cNvCxnSpPr>
          <p:nvPr/>
        </p:nvCxnSpPr>
        <p:spPr>
          <a:xfrm flipH="1">
            <a:off x="6341720" y="1007140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22DA97E-E114-4AF8-A86C-B5D0A589E1A2}"/>
              </a:ext>
            </a:extLst>
          </p:cNvPr>
          <p:cNvCxnSpPr>
            <a:cxnSpLocks/>
          </p:cNvCxnSpPr>
          <p:nvPr/>
        </p:nvCxnSpPr>
        <p:spPr>
          <a:xfrm flipH="1">
            <a:off x="6756040" y="1007140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5E70441-BB6F-4680-ADCA-81540EDAA299}"/>
              </a:ext>
            </a:extLst>
          </p:cNvPr>
          <p:cNvCxnSpPr>
            <a:cxnSpLocks/>
          </p:cNvCxnSpPr>
          <p:nvPr/>
        </p:nvCxnSpPr>
        <p:spPr>
          <a:xfrm flipH="1">
            <a:off x="7403766" y="1007140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34F2E56-B883-4D21-BE95-2B71301BB5B8}"/>
              </a:ext>
            </a:extLst>
          </p:cNvPr>
          <p:cNvCxnSpPr>
            <a:cxnSpLocks/>
          </p:cNvCxnSpPr>
          <p:nvPr/>
        </p:nvCxnSpPr>
        <p:spPr>
          <a:xfrm>
            <a:off x="1465728" y="2183044"/>
            <a:ext cx="712695" cy="33617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A20C543-67EE-4C9D-9966-210448B33B45}"/>
              </a:ext>
            </a:extLst>
          </p:cNvPr>
          <p:cNvCxnSpPr>
            <a:cxnSpLocks/>
          </p:cNvCxnSpPr>
          <p:nvPr/>
        </p:nvCxnSpPr>
        <p:spPr>
          <a:xfrm>
            <a:off x="1465728" y="1326642"/>
            <a:ext cx="1908079" cy="939012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11EC6A4-0CC7-4F65-83AA-B289E2C830EA}"/>
              </a:ext>
            </a:extLst>
          </p:cNvPr>
          <p:cNvCxnSpPr>
            <a:cxnSpLocks/>
          </p:cNvCxnSpPr>
          <p:nvPr/>
        </p:nvCxnSpPr>
        <p:spPr>
          <a:xfrm>
            <a:off x="1465727" y="1078924"/>
            <a:ext cx="1908079" cy="939012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70E1F79-17DD-4286-B162-151D29F2ECDB}"/>
              </a:ext>
            </a:extLst>
          </p:cNvPr>
          <p:cNvSpPr txBox="1"/>
          <p:nvPr/>
        </p:nvSpPr>
        <p:spPr>
          <a:xfrm>
            <a:off x="874643" y="2055823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상위공종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2D3F03-99AB-4165-A552-63222389907A}"/>
              </a:ext>
            </a:extLst>
          </p:cNvPr>
          <p:cNvSpPr txBox="1"/>
          <p:nvPr/>
        </p:nvSpPr>
        <p:spPr>
          <a:xfrm>
            <a:off x="874643" y="232604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하위공종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DE1C47-1D3D-4FDF-B4DC-2FF680EEBE78}"/>
              </a:ext>
            </a:extLst>
          </p:cNvPr>
          <p:cNvSpPr txBox="1"/>
          <p:nvPr/>
        </p:nvSpPr>
        <p:spPr>
          <a:xfrm>
            <a:off x="874643" y="1471174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문서상세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5131D6-DA2F-4A06-80B7-65CD91F25916}"/>
              </a:ext>
            </a:extLst>
          </p:cNvPr>
          <p:cNvSpPr txBox="1"/>
          <p:nvPr/>
        </p:nvSpPr>
        <p:spPr>
          <a:xfrm>
            <a:off x="874643" y="1226707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하위공종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1388F5-F6A2-45AE-A9B7-CF36859321E8}"/>
              </a:ext>
            </a:extLst>
          </p:cNvPr>
          <p:cNvSpPr txBox="1"/>
          <p:nvPr/>
        </p:nvSpPr>
        <p:spPr>
          <a:xfrm>
            <a:off x="874643" y="912084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상위공종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5C1354-F038-4549-81D4-6E66A80EFE3B}"/>
              </a:ext>
            </a:extLst>
          </p:cNvPr>
          <p:cNvSpPr txBox="1"/>
          <p:nvPr/>
        </p:nvSpPr>
        <p:spPr>
          <a:xfrm>
            <a:off x="5946135" y="776308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문서검색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0425A9-D28C-4710-B500-4EC53D305E5B}"/>
              </a:ext>
            </a:extLst>
          </p:cNvPr>
          <p:cNvSpPr txBox="1"/>
          <p:nvPr/>
        </p:nvSpPr>
        <p:spPr>
          <a:xfrm>
            <a:off x="6543775" y="776308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문서등록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C36BAA-7E31-41B7-BF65-5734DBECE127}"/>
              </a:ext>
            </a:extLst>
          </p:cNvPr>
          <p:cNvSpPr txBox="1"/>
          <p:nvPr/>
        </p:nvSpPr>
        <p:spPr>
          <a:xfrm>
            <a:off x="7017650" y="6729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/>
              <a:t>프로젝트</a:t>
            </a:r>
            <a:br>
              <a:rPr lang="en-US" altLang="ko-KR" sz="900" b="1" dirty="0"/>
            </a:br>
            <a:r>
              <a:rPr lang="ko-KR" altLang="en-US" sz="900" b="1" dirty="0"/>
              <a:t>등록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A865A7-DFC8-4F5A-A576-8493715CCBEA}"/>
              </a:ext>
            </a:extLst>
          </p:cNvPr>
          <p:cNvSpPr txBox="1"/>
          <p:nvPr/>
        </p:nvSpPr>
        <p:spPr>
          <a:xfrm>
            <a:off x="7589857" y="67294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dirty="0"/>
              <a:t>로그인</a:t>
            </a:r>
            <a:br>
              <a:rPr lang="en-US" altLang="ko-KR" sz="900" b="1" dirty="0"/>
            </a:br>
            <a:r>
              <a:rPr lang="ko-KR" altLang="en-US" sz="900" b="1" dirty="0"/>
              <a:t>유저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17A27C-76EB-4B71-8C7F-DE9F9F1B3503}"/>
              </a:ext>
            </a:extLst>
          </p:cNvPr>
          <p:cNvSpPr txBox="1"/>
          <p:nvPr/>
        </p:nvSpPr>
        <p:spPr>
          <a:xfrm>
            <a:off x="8366240" y="1680732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문서제목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1D5B58-6BEE-48A4-BF84-16313FD4B604}"/>
              </a:ext>
            </a:extLst>
          </p:cNvPr>
          <p:cNvSpPr txBox="1"/>
          <p:nvPr/>
        </p:nvSpPr>
        <p:spPr>
          <a:xfrm>
            <a:off x="8366240" y="2236538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프로젝트명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7790320-11EC-4F50-AC8E-F3C6C0190A7C}"/>
              </a:ext>
            </a:extLst>
          </p:cNvPr>
          <p:cNvCxnSpPr>
            <a:cxnSpLocks/>
          </p:cNvCxnSpPr>
          <p:nvPr/>
        </p:nvCxnSpPr>
        <p:spPr>
          <a:xfrm flipH="1">
            <a:off x="7956176" y="2621743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6FF6A7B-BD6F-4CDD-B259-B1392D55C189}"/>
              </a:ext>
            </a:extLst>
          </p:cNvPr>
          <p:cNvSpPr txBox="1"/>
          <p:nvPr/>
        </p:nvSpPr>
        <p:spPr>
          <a:xfrm>
            <a:off x="8366240" y="2507149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하위공종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2B57E2-C572-4324-A791-AA6B1C43FDE3}"/>
              </a:ext>
            </a:extLst>
          </p:cNvPr>
          <p:cNvSpPr txBox="1"/>
          <p:nvPr/>
        </p:nvSpPr>
        <p:spPr>
          <a:xfrm>
            <a:off x="8303897" y="3779698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해시테크추가</a:t>
            </a:r>
            <a:endParaRPr lang="en-US" altLang="ko-KR" sz="900" b="1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E6D24B7-EC86-4E4A-A31F-C07748CE2031}"/>
              </a:ext>
            </a:extLst>
          </p:cNvPr>
          <p:cNvCxnSpPr>
            <a:cxnSpLocks/>
          </p:cNvCxnSpPr>
          <p:nvPr/>
        </p:nvCxnSpPr>
        <p:spPr>
          <a:xfrm flipH="1">
            <a:off x="7956175" y="4164539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F3A6EF2-4A49-4CB9-8080-B1B5F4F32649}"/>
              </a:ext>
            </a:extLst>
          </p:cNvPr>
          <p:cNvSpPr txBox="1"/>
          <p:nvPr/>
        </p:nvSpPr>
        <p:spPr>
          <a:xfrm>
            <a:off x="8303600" y="4066455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문서상태</a:t>
            </a:r>
            <a:endParaRPr lang="en-US" altLang="ko-KR" sz="900" b="1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F469CAA-6391-4761-A297-207604B50D94}"/>
              </a:ext>
            </a:extLst>
          </p:cNvPr>
          <p:cNvCxnSpPr>
            <a:cxnSpLocks/>
          </p:cNvCxnSpPr>
          <p:nvPr/>
        </p:nvCxnSpPr>
        <p:spPr>
          <a:xfrm flipH="1">
            <a:off x="7955878" y="4468628"/>
            <a:ext cx="420221" cy="49543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2DEEB55-8D26-42BC-B243-E8A18F1CA927}"/>
              </a:ext>
            </a:extLst>
          </p:cNvPr>
          <p:cNvSpPr txBox="1"/>
          <p:nvPr/>
        </p:nvSpPr>
        <p:spPr>
          <a:xfrm>
            <a:off x="8303303" y="4370544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현재버전</a:t>
            </a:r>
            <a:endParaRPr lang="en-US" altLang="ko-KR" sz="9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64CD0E-6951-4D99-A872-0184980CE9F8}"/>
              </a:ext>
            </a:extLst>
          </p:cNvPr>
          <p:cNvSpPr txBox="1"/>
          <p:nvPr/>
        </p:nvSpPr>
        <p:spPr>
          <a:xfrm>
            <a:off x="8303303" y="4656902"/>
            <a:ext cx="8322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체크아웃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인</a:t>
            </a:r>
            <a:r>
              <a:rPr lang="en-US" altLang="ko-KR" sz="900" b="1" dirty="0"/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FBAD87-A18D-49DA-B9B6-AF847F97B12D}"/>
              </a:ext>
            </a:extLst>
          </p:cNvPr>
          <p:cNvSpPr txBox="1"/>
          <p:nvPr/>
        </p:nvSpPr>
        <p:spPr>
          <a:xfrm>
            <a:off x="8303303" y="4898506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문서바로보기</a:t>
            </a:r>
            <a:endParaRPr lang="en-US" altLang="ko-KR" sz="9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174696-3FB7-44A6-B832-68305F6D99C2}"/>
              </a:ext>
            </a:extLst>
          </p:cNvPr>
          <p:cNvSpPr txBox="1"/>
          <p:nvPr/>
        </p:nvSpPr>
        <p:spPr>
          <a:xfrm>
            <a:off x="8303303" y="5089471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버전히스토리</a:t>
            </a:r>
            <a:endParaRPr lang="en-US" altLang="ko-KR" sz="900" b="1" dirty="0"/>
          </a:p>
        </p:txBody>
      </p:sp>
    </p:spTree>
    <p:extLst>
      <p:ext uri="{BB962C8B-B14F-4D97-AF65-F5344CB8AC3E}">
        <p14:creationId xmlns:p14="http://schemas.microsoft.com/office/powerpoint/2010/main" val="2047485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5FBBE7-415C-4D16-97DF-523205149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839" y="1027500"/>
            <a:ext cx="5661991" cy="3931938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34F2E56-B883-4D21-BE95-2B71301BB5B8}"/>
              </a:ext>
            </a:extLst>
          </p:cNvPr>
          <p:cNvCxnSpPr>
            <a:cxnSpLocks/>
          </p:cNvCxnSpPr>
          <p:nvPr/>
        </p:nvCxnSpPr>
        <p:spPr>
          <a:xfrm>
            <a:off x="2051437" y="2232454"/>
            <a:ext cx="1693627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70E1F79-17DD-4286-B162-151D29F2ECDB}"/>
              </a:ext>
            </a:extLst>
          </p:cNvPr>
          <p:cNvSpPr txBox="1"/>
          <p:nvPr/>
        </p:nvSpPr>
        <p:spPr>
          <a:xfrm>
            <a:off x="1253784" y="2117038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파일미리보기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070E9DD-8EE3-4458-980C-7B200B974821}"/>
              </a:ext>
            </a:extLst>
          </p:cNvPr>
          <p:cNvCxnSpPr>
            <a:cxnSpLocks/>
          </p:cNvCxnSpPr>
          <p:nvPr/>
        </p:nvCxnSpPr>
        <p:spPr>
          <a:xfrm>
            <a:off x="2051437" y="2405578"/>
            <a:ext cx="1693627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67043F-9F2C-4159-B02D-987BDD266EC9}"/>
              </a:ext>
            </a:extLst>
          </p:cNvPr>
          <p:cNvSpPr txBox="1"/>
          <p:nvPr/>
        </p:nvSpPr>
        <p:spPr>
          <a:xfrm>
            <a:off x="1253784" y="2290162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체크아웃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9BFAB28D-C92C-46F4-9F70-8CB9D9A92B05}"/>
              </a:ext>
            </a:extLst>
          </p:cNvPr>
          <p:cNvCxnSpPr>
            <a:cxnSpLocks/>
          </p:cNvCxnSpPr>
          <p:nvPr/>
        </p:nvCxnSpPr>
        <p:spPr>
          <a:xfrm>
            <a:off x="2051437" y="2578702"/>
            <a:ext cx="1693627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D02DFC8-3901-435C-904B-2EA511E2E1D2}"/>
              </a:ext>
            </a:extLst>
          </p:cNvPr>
          <p:cNvSpPr txBox="1"/>
          <p:nvPr/>
        </p:nvSpPr>
        <p:spPr>
          <a:xfrm>
            <a:off x="1253784" y="2463286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문서다운로드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1DBC4F6-EA8D-470C-887D-C3B81DE0EE26}"/>
              </a:ext>
            </a:extLst>
          </p:cNvPr>
          <p:cNvCxnSpPr>
            <a:cxnSpLocks/>
          </p:cNvCxnSpPr>
          <p:nvPr/>
        </p:nvCxnSpPr>
        <p:spPr>
          <a:xfrm>
            <a:off x="2051437" y="2751825"/>
            <a:ext cx="1693627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2BE5052-8611-4DEE-9866-341B570EFF75}"/>
              </a:ext>
            </a:extLst>
          </p:cNvPr>
          <p:cNvSpPr txBox="1"/>
          <p:nvPr/>
        </p:nvSpPr>
        <p:spPr>
          <a:xfrm>
            <a:off x="1253784" y="2636409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잘라내기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47C3C70-A031-418A-9ADF-32C91DC00BE9}"/>
              </a:ext>
            </a:extLst>
          </p:cNvPr>
          <p:cNvCxnSpPr>
            <a:cxnSpLocks/>
          </p:cNvCxnSpPr>
          <p:nvPr/>
        </p:nvCxnSpPr>
        <p:spPr>
          <a:xfrm>
            <a:off x="2051437" y="2875866"/>
            <a:ext cx="1693627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BA67FCB-DF55-486E-BE3B-93DF667955F4}"/>
              </a:ext>
            </a:extLst>
          </p:cNvPr>
          <p:cNvSpPr txBox="1"/>
          <p:nvPr/>
        </p:nvSpPr>
        <p:spPr>
          <a:xfrm>
            <a:off x="1253784" y="276045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문서복사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8F15EAB-4764-459B-91C9-554D81732A35}"/>
              </a:ext>
            </a:extLst>
          </p:cNvPr>
          <p:cNvCxnSpPr>
            <a:cxnSpLocks/>
          </p:cNvCxnSpPr>
          <p:nvPr/>
        </p:nvCxnSpPr>
        <p:spPr>
          <a:xfrm>
            <a:off x="2051437" y="3045809"/>
            <a:ext cx="1693627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5CDC405-3A99-4C4D-9F6A-16FC25B70A5C}"/>
              </a:ext>
            </a:extLst>
          </p:cNvPr>
          <p:cNvSpPr txBox="1"/>
          <p:nvPr/>
        </p:nvSpPr>
        <p:spPr>
          <a:xfrm>
            <a:off x="1253784" y="2930393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문서삭제</a:t>
            </a:r>
          </a:p>
        </p:txBody>
      </p:sp>
    </p:spTree>
    <p:extLst>
      <p:ext uri="{BB962C8B-B14F-4D97-AF65-F5344CB8AC3E}">
        <p14:creationId xmlns:p14="http://schemas.microsoft.com/office/powerpoint/2010/main" val="3538441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31</Words>
  <Application>Microsoft Office PowerPoint</Application>
  <PresentationFormat>A4 용지(210x297mm)</PresentationFormat>
  <Paragraphs>24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두찬</dc:creator>
  <cp:lastModifiedBy>두찬</cp:lastModifiedBy>
  <cp:revision>4</cp:revision>
  <dcterms:created xsi:type="dcterms:W3CDTF">2026-04-02T09:43:00Z</dcterms:created>
  <dcterms:modified xsi:type="dcterms:W3CDTF">2026-04-02T11:26:55Z</dcterms:modified>
</cp:coreProperties>
</file>