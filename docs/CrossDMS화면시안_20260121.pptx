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2" r:id="rId4"/>
    <p:sldId id="267" r:id="rId5"/>
    <p:sldId id="259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595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4042" userDrawn="1">
          <p15:clr>
            <a:srgbClr val="A4A3A4"/>
          </p15:clr>
        </p15:guide>
        <p15:guide id="6" orient="horz" pos="777" userDrawn="1">
          <p15:clr>
            <a:srgbClr val="A4A3A4"/>
          </p15:clr>
        </p15:guide>
        <p15:guide id="8" pos="7378" userDrawn="1">
          <p15:clr>
            <a:srgbClr val="A4A3A4"/>
          </p15:clr>
        </p15:guide>
        <p15:guide id="9" orient="horz" pos="34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02" y="918"/>
      </p:cViewPr>
      <p:guideLst>
        <p:guide orient="horz" pos="2160"/>
        <p:guide pos="3840"/>
        <p:guide orient="horz" pos="595"/>
        <p:guide pos="438"/>
        <p:guide orient="horz" pos="4042"/>
        <p:guide orient="horz" pos="777"/>
        <p:guide pos="7378"/>
        <p:guide orient="horz" pos="34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4C303-9E8F-4BC3-90CF-E2386E9DA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EB7AA6-EBE0-462E-9C67-EDA4592DA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5E047-F20D-44BD-81D7-FB8FD053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0EC3C-756F-4AE2-ABAC-D77997B5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0D0B10-9E2C-41B1-B189-7BE4C7C2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21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72D60-A56E-4FE5-8087-C13AA702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90FF4-CE36-456B-8A24-56A8DB657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5B6C4-0AEA-4B66-AAEC-4A56DE865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CE20F-8243-4E2E-8CB1-BE0F52C2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C75EAC-FC81-4A08-9CDF-A50305B2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0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43D21-14F3-457D-869D-0889D279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FFC2A-7637-4611-90FC-ABDEC095E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3EFF87-60E2-4801-B35A-7364276A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3F80B-BFF2-4824-836B-50368E6E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6C649-8E43-4561-80DA-4F80C787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33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DD2F7-C384-471C-866B-CD8E0A87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E41C8-C112-42F7-9BC8-77E9AD4C2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D3FB6-1E7E-4DB6-AD58-50B9226E8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0B6B76-4FCC-4DCE-A2B5-64534E3B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4DB28D-6F7C-472D-9863-AE7120D4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6A362C-819B-450A-8503-81DFC2FC1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60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80A6F-6912-40E8-B7F4-E1BA0ECC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EB47B-D96D-44F3-9E1C-1DBA908FF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ADAD6B-D90E-4FD8-9A66-70B1D1B2D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DBAEA2-A14E-4596-A012-EADEDECE0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E3FF83-C1F2-4956-95A1-BDEDA0263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2DADF8-45F4-4E6B-8EA8-C5392654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396284-3611-4B32-9BC3-72B309A5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E8193B-96FD-4B4B-B98C-E6CC1F88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2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B07B7-21EA-476E-9419-6D1BF9CFA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597E5D-AC5C-418A-93B7-D19F0466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7FBC32-D8D8-4BC2-9762-77D9C6FE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9C035F-9959-4508-A1D8-F17CA14D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36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0E0034-60FF-4EFF-B6FA-F9FCF8D4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92341E-076C-4449-879B-65B24C50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94CCB0-E9EA-40D1-9624-CED8EBBF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9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50572-11C4-4760-848E-F8F58957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122EE-637E-46E0-9305-BF4B6EB9B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D436B8-43F1-4A42-8765-1E4894F86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5E56AB-3E47-4152-B8D7-C10EA412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BE813C-67FB-492B-9827-DB5F8722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F137D2-3FE5-4F7C-89AE-9BD16F83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74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93CC9-5170-4642-A89B-9EAE1EF9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94B8CE-485D-4A00-A2F7-363B7DF12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B723CF-FF2A-4E30-8057-4EAEE3630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8BB17D-6A70-4945-8BC9-61427E9A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FB7536-AD35-4C3B-8FB3-2CB2A514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09E4E-FEB0-4197-9597-A380A3C5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756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DD24A-0ECD-4094-9618-B0E4BBA2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C15CC-8832-4368-A3BB-AB3915015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5B7B7-41DF-46EB-B656-A9211F16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0FF659-2A00-4EEC-8E97-52BF2B8A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C7593C-ACDD-43FB-9106-9F625A04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52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94753A-7A83-420D-B8B7-F83104E88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9D64DE-D294-4ED4-833F-6871CF111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17D5D5-159B-4FD8-8700-63E50B1B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6EA58-80D7-4950-9B3C-6100A825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DA1B0-DBFF-4B78-BEE0-98AC16A3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91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9C4BFD-6DBD-42B8-A000-2224A4A2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0ACF79-B702-4488-9897-CB76F1F4B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3FA98B-4FF6-4464-AEA0-3FA8C657F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D4FBB-7DD0-4AB9-9246-A080C945004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B93340-20BA-4957-B392-6EC697691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03061-683F-4BFD-BCC8-9A58A6D9A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E94EE-C487-4FF9-92DB-EF8ECC57E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88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pm2@cross.com" TargetMode="External"/><Relationship Id="rId2" Type="http://schemas.openxmlformats.org/officeDocument/2006/relationships/hyperlink" Target="mailto:emp1@cross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epm1@cross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A09E38-9178-495D-93C9-19AC01FDE0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12192000" cy="6872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810998-1175-4C81-85A7-0A992BE8587D}"/>
              </a:ext>
            </a:extLst>
          </p:cNvPr>
          <p:cNvSpPr txBox="1"/>
          <p:nvPr/>
        </p:nvSpPr>
        <p:spPr>
          <a:xfrm>
            <a:off x="704676" y="1325460"/>
            <a:ext cx="1046709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모던고딕 EB" panose="02020603020101020101" pitchFamily="18" charset="-127"/>
                <a:ea typeface="Rix모던고딕 EB" panose="02020603020101020101" pitchFamily="18" charset="-127"/>
                <a:cs typeface="+mn-cs"/>
              </a:rPr>
              <a:t>Cross-DMA(</a:t>
            </a: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모던고딕 EB" panose="02020603020101020101" pitchFamily="18" charset="-127"/>
                <a:ea typeface="Rix모던고딕 EB" panose="02020603020101020101" pitchFamily="18" charset="-127"/>
                <a:cs typeface="+mn-cs"/>
              </a:rPr>
              <a:t>문서관리시스템</a:t>
            </a:r>
            <a:r>
              <a:rPr kumimoji="0" lang="en-US" altLang="ko-KR" sz="6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모던고딕 EB" panose="02020603020101020101" pitchFamily="18" charset="-127"/>
                <a:ea typeface="Rix모던고딕 EB" panose="02020603020101020101" pitchFamily="18" charset="-127"/>
                <a:cs typeface="+mn-cs"/>
              </a:rPr>
              <a:t>)</a:t>
            </a:r>
            <a:br>
              <a:rPr kumimoji="0" lang="en-US" altLang="ko-KR" sz="6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모던고딕 EB" panose="02020603020101020101" pitchFamily="18" charset="-127"/>
                <a:ea typeface="Rix모던고딕 EB" panose="02020603020101020101" pitchFamily="18" charset="-127"/>
                <a:cs typeface="+mn-cs"/>
              </a:rPr>
            </a:b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모던고딕 EB" panose="02020603020101020101" pitchFamily="18" charset="-127"/>
                <a:ea typeface="Rix모던고딕 EB" panose="02020603020101020101" pitchFamily="18" charset="-127"/>
                <a:cs typeface="+mn-cs"/>
              </a:rPr>
              <a:t>화면시안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6682DCB-C8CC-4AB0-AF94-6048DB5EBEAF}"/>
              </a:ext>
            </a:extLst>
          </p:cNvPr>
          <p:cNvCxnSpPr/>
          <p:nvPr/>
        </p:nvCxnSpPr>
        <p:spPr>
          <a:xfrm>
            <a:off x="704676" y="3443650"/>
            <a:ext cx="7004807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11E861-BEEF-4C9F-9E4B-CF7958D5F319}"/>
              </a:ext>
            </a:extLst>
          </p:cNvPr>
          <p:cNvSpPr txBox="1"/>
          <p:nvPr/>
        </p:nvSpPr>
        <p:spPr>
          <a:xfrm>
            <a:off x="9679711" y="5092391"/>
            <a:ext cx="1385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ix모던고딕 EB" panose="02020603020101020101" pitchFamily="18" charset="-127"/>
                <a:ea typeface="Rix모던고딕 EB" panose="02020603020101020101" pitchFamily="18" charset="-127"/>
                <a:cs typeface="+mn-cs"/>
              </a:rPr>
              <a:t>2026.01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ix모던고딕 EB" panose="02020603020101020101" pitchFamily="18" charset="-127"/>
              <a:ea typeface="Rix모던고딕 EB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63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DD778A-8BBE-4274-8025-B33B215DABB0}"/>
              </a:ext>
            </a:extLst>
          </p:cNvPr>
          <p:cNvSpPr txBox="1"/>
          <p:nvPr/>
        </p:nvSpPr>
        <p:spPr>
          <a:xfrm>
            <a:off x="695325" y="359788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 Manager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직원등록 및 로그인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46DF1C-E92F-45CF-84D6-6988CA9E33C9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CBE2A9-3921-4524-B817-762A1E9FA928}"/>
              </a:ext>
            </a:extLst>
          </p:cNvPr>
          <p:cNvSpPr txBox="1"/>
          <p:nvPr/>
        </p:nvSpPr>
        <p:spPr>
          <a:xfrm>
            <a:off x="701588" y="1242000"/>
            <a:ext cx="53944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접속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:</a:t>
            </a:r>
            <a:r>
              <a:rPr lang="en-US" altLang="ko-KR" sz="20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https://</a:t>
            </a:r>
            <a:r>
              <a:rPr lang="en-US" altLang="ko-KR" sz="20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crossmanagern.web.app</a:t>
            </a:r>
            <a:r>
              <a:rPr lang="en-US" altLang="ko-KR" sz="20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직원등록 및 로그인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이메일 아이디로 등록 및 로그인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가입요청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-&gt;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관리자 승인 후 사용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로그인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이메일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비번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임시 아이디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비번 사용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hlinkClick r:id="rId2"/>
              </a:rPr>
              <a:t>emp1@cross.com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/ cross123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hlinkClick r:id="rId3"/>
              </a:rPr>
              <a:t>emp2@cross.com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/ cross123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hlinkClick r:id="rId4"/>
              </a:rPr>
              <a:t>emp3@cross.com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/ cross123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CFDB68-EF56-4563-9B99-41F6729D0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049" y="1242000"/>
            <a:ext cx="2687186" cy="27995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D2F59E5-BE14-4B98-B594-6BA278487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233488"/>
            <a:ext cx="2870529" cy="506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25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DD778A-8BBE-4274-8025-B33B215DABB0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 Manager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 시스템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46DF1C-E92F-45CF-84D6-6988CA9E33C9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CBE2A9-3921-4524-B817-762A1E9FA928}"/>
              </a:ext>
            </a:extLst>
          </p:cNvPr>
          <p:cNvSpPr txBox="1"/>
          <p:nvPr/>
        </p:nvSpPr>
        <p:spPr>
          <a:xfrm>
            <a:off x="701588" y="1242000"/>
            <a:ext cx="5394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5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개 모듈 중 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통합문서관리시스템선택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A81110-AA88-4A22-87DD-810001859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89" y="1812329"/>
            <a:ext cx="5394412" cy="37407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E6074F1-E19A-4D39-AFB0-E90380B31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869" y="1812330"/>
            <a:ext cx="5556945" cy="3740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373CE1-2F44-4E8E-8E55-337D4B01BDC2}"/>
              </a:ext>
            </a:extLst>
          </p:cNvPr>
          <p:cNvSpPr txBox="1"/>
          <p:nvPr/>
        </p:nvSpPr>
        <p:spPr>
          <a:xfrm>
            <a:off x="6096000" y="1242000"/>
            <a:ext cx="5394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통합문서관리시스템 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메인화면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25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460524-DEDD-4450-834F-9748CBBA9396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 Manager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 시스템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프로젝트등록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7A9246E-0122-4CA8-ABE9-8EFF826F012C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1B3464-78D5-4874-96B1-D17EE9CE7C56}"/>
              </a:ext>
            </a:extLst>
          </p:cNvPr>
          <p:cNvSpPr txBox="1"/>
          <p:nvPr/>
        </p:nvSpPr>
        <p:spPr>
          <a:xfrm>
            <a:off x="6107185" y="1233488"/>
            <a:ext cx="56053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발주처 등록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신규발주처는 직접입력 가능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프로젝트코드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: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내부 관리용 코드 자동부여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프로젝트명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시작일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종료일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현장소장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상태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현장주소 등 정보입력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등록 후 문서탐색기 프로젝트 선택 가능 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B8CF77-20A3-449D-9643-8F20523CE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233487"/>
            <a:ext cx="4356129" cy="518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7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8120FB4-389A-4A5A-90C0-1BB22BDE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03" y="1233488"/>
            <a:ext cx="1782715" cy="5221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460524-DEDD-4450-834F-9748CBBA9396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 Manager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 시스템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좌측패널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7A9246E-0122-4CA8-ABE9-8EFF826F012C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288C4C-24E6-4D79-951C-AA7BEAB2CBFB}"/>
              </a:ext>
            </a:extLst>
          </p:cNvPr>
          <p:cNvSpPr txBox="1"/>
          <p:nvPr/>
        </p:nvSpPr>
        <p:spPr>
          <a:xfrm>
            <a:off x="2966615" y="1233488"/>
            <a:ext cx="8745959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문서탐색기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발주처별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검색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프로젝트 선택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공종별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폴더 구조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프로젝트명 시작 년도를 프로젝트 명에 자동 부여하여 직관적으로 선택 가능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공무행정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안전보건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장비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기록 표준 폴더구조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프로젝트 생성 시 표준 폴더구조 자동 생성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미구현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최상위 폴더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(Level0)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에서 우측마우스 메뉴에 하위 폴더 생성할 수 있음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표준폴더에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사이트별 폴더 추가 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하위폴더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(Level1)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에서 우측마우스 메뉴에 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문서추가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폴더이름변경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폴더 삭제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발주처 제출용 문서만 </a:t>
            </a:r>
            <a:r>
              <a:rPr lang="ko-KR" altLang="en-US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모아보기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기능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056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460524-DEDD-4450-834F-9748CBBA9396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 Manager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 시스템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중앙패널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7A9246E-0122-4CA8-ABE9-8EFF826F012C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8A14928-FF99-438E-BFB7-132A19143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03" y="1233488"/>
            <a:ext cx="5185358" cy="25247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EABDD5-F2E8-49E8-BFA1-33DC1E96F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37" y="4045614"/>
            <a:ext cx="5185358" cy="23710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1B3464-78D5-4874-96B1-D17EE9CE7C56}"/>
              </a:ext>
            </a:extLst>
          </p:cNvPr>
          <p:cNvSpPr txBox="1"/>
          <p:nvPr/>
        </p:nvSpPr>
        <p:spPr>
          <a:xfrm>
            <a:off x="6207853" y="1233488"/>
            <a:ext cx="5504721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현재 폴더 네비게이션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검색기능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상세검색 기능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파일보기 선택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–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리스트보기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카드보기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새문서등록 기능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문서등록 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페이지참고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프로젝트 선택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대분류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문서유형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문서제목 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기준날짜 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문서버전 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보안등급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검색태그 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설명 </a:t>
            </a:r>
            <a:r>
              <a:rPr lang="en-US" altLang="ko-KR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부속서류 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발주처 제출용 여부 체크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13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460524-DEDD-4450-834F-9748CBBA9396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 Manager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 시스템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우측패널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7A9246E-0122-4CA8-ABE9-8EFF826F012C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B8F5492D-B2CB-4939-8E10-94C3CCD3B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5" y="1241878"/>
            <a:ext cx="1884001" cy="51747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63866C-3AF6-48DF-BDA3-A900D7F2DE55}"/>
              </a:ext>
            </a:extLst>
          </p:cNvPr>
          <p:cNvSpPr txBox="1"/>
          <p:nvPr/>
        </p:nvSpPr>
        <p:spPr>
          <a:xfrm>
            <a:off x="2966615" y="1233488"/>
            <a:ext cx="87459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문서상세정보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선택문서 미리보기로 내용 직관 선택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파일명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문서유형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/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등록일 등 정보 확인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부속서류 확인 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다운로드 기능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전자결재 시 승인요청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미구현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en-US" altLang="ko-KR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2824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460524-DEDD-4450-834F-9748CBBA9396}"/>
              </a:ext>
            </a:extLst>
          </p:cNvPr>
          <p:cNvSpPr txBox="1"/>
          <p:nvPr/>
        </p:nvSpPr>
        <p:spPr>
          <a:xfrm>
            <a:off x="694736" y="361367"/>
            <a:ext cx="1011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Cross Manager 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통합문서관리 시스템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문서등록</a:t>
            </a:r>
            <a:r>
              <a:rPr lang="en-US" altLang="ko-KR" sz="32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  <a:endParaRPr lang="ko-KR" altLang="en-US" sz="32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7A9246E-0122-4CA8-ABE9-8EFF826F012C}"/>
              </a:ext>
            </a:extLst>
          </p:cNvPr>
          <p:cNvCxnSpPr>
            <a:cxnSpLocks/>
          </p:cNvCxnSpPr>
          <p:nvPr/>
        </p:nvCxnSpPr>
        <p:spPr>
          <a:xfrm>
            <a:off x="707503" y="942763"/>
            <a:ext cx="11010732" cy="0"/>
          </a:xfrm>
          <a:prstGeom prst="line">
            <a:avLst/>
          </a:prstGeom>
          <a:ln w="34925">
            <a:solidFill>
              <a:srgbClr val="4E6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1B3464-78D5-4874-96B1-D17EE9CE7C56}"/>
              </a:ext>
            </a:extLst>
          </p:cNvPr>
          <p:cNvSpPr txBox="1"/>
          <p:nvPr/>
        </p:nvSpPr>
        <p:spPr>
          <a:xfrm>
            <a:off x="6107185" y="1233488"/>
            <a:ext cx="56053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새문서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등록 및 부속서류 등록 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-&gt; 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드래그앤드롭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기능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이용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중분류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(Level I) </a:t>
            </a: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선택 기능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2400" dirty="0" err="1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미구현</a:t>
            </a:r>
            <a:r>
              <a:rPr lang="en-US" altLang="ko-KR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부속서류를 등록하면 하위에 묶여서 하나의 프로젝트문서로 등록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검색 시 부속서류도 검색 가능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발주처 제출용 공식 문서를 체크하면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E6D9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문서 탐색기에서 제출용 문서만 별도 검색 가능</a:t>
            </a:r>
            <a:endParaRPr lang="en-US" altLang="ko-KR" sz="2400" dirty="0">
              <a:solidFill>
                <a:srgbClr val="4E6D9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79DA07-CE83-466F-850F-424D0D57A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233488"/>
            <a:ext cx="4511707" cy="518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9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325</Words>
  <Application>Microsoft Office PowerPoint</Application>
  <PresentationFormat>와이드스크린</PresentationFormat>
  <Paragraphs>57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Rix모던고딕 EB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두찬</dc:creator>
  <cp:lastModifiedBy>두찬</cp:lastModifiedBy>
  <cp:revision>12</cp:revision>
  <dcterms:created xsi:type="dcterms:W3CDTF">2026-01-20T07:29:19Z</dcterms:created>
  <dcterms:modified xsi:type="dcterms:W3CDTF">2026-02-24T05:36:27Z</dcterms:modified>
</cp:coreProperties>
</file>